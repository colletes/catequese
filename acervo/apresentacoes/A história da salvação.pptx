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35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37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466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95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67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99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19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37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429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10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6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33C1F-1ED2-422B-B4CA-6D62B8E3F54A}" type="datetimeFigureOut">
              <a:rPr lang="pt-BR" smtClean="0"/>
              <a:t>07/07/2022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06AA3-B1CA-4988-91C2-611E616964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20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1"/>
            <a:ext cx="12192000" cy="68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" y="0"/>
            <a:ext cx="12200474" cy="685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9"/>
            <a:ext cx="12192000" cy="670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73"/>
            <a:ext cx="12192000" cy="66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2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"/>
            <a:ext cx="12192000" cy="65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0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0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1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31"/>
            <a:ext cx="12192000" cy="65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4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131"/>
            <a:ext cx="12192000" cy="65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8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"/>
            <a:ext cx="12192000" cy="65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2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" y="0"/>
            <a:ext cx="12171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5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Varela</dc:creator>
  <cp:lastModifiedBy>Lorena Moraes</cp:lastModifiedBy>
  <cp:revision>5</cp:revision>
  <dcterms:created xsi:type="dcterms:W3CDTF">2021-03-30T17:12:41Z</dcterms:created>
  <dcterms:modified xsi:type="dcterms:W3CDTF">2022-07-07T18:45:58Z</dcterms:modified>
</cp:coreProperties>
</file>