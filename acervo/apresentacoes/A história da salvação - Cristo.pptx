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97D0-51AD-4E2D-AE26-507C68C4826B}" type="datetimeFigureOut">
              <a:rPr lang="pt-BR" smtClean="0"/>
              <a:t>12/07/2022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E79A-C47E-4E96-B87A-0648187480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8594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97D0-51AD-4E2D-AE26-507C68C4826B}" type="datetimeFigureOut">
              <a:rPr lang="pt-BR" smtClean="0"/>
              <a:t>12/07/2022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E79A-C47E-4E96-B87A-0648187480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5236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97D0-51AD-4E2D-AE26-507C68C4826B}" type="datetimeFigureOut">
              <a:rPr lang="pt-BR" smtClean="0"/>
              <a:t>12/07/2022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E79A-C47E-4E96-B87A-0648187480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2446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97D0-51AD-4E2D-AE26-507C68C4826B}" type="datetimeFigureOut">
              <a:rPr lang="pt-BR" smtClean="0"/>
              <a:t>12/07/2022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E79A-C47E-4E96-B87A-0648187480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6958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97D0-51AD-4E2D-AE26-507C68C4826B}" type="datetimeFigureOut">
              <a:rPr lang="pt-BR" smtClean="0"/>
              <a:t>12/07/2022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E79A-C47E-4E96-B87A-0648187480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7804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97D0-51AD-4E2D-AE26-507C68C4826B}" type="datetimeFigureOut">
              <a:rPr lang="pt-BR" smtClean="0"/>
              <a:t>12/07/2022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E79A-C47E-4E96-B87A-0648187480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0714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97D0-51AD-4E2D-AE26-507C68C4826B}" type="datetimeFigureOut">
              <a:rPr lang="pt-BR" smtClean="0"/>
              <a:t>12/07/2022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E79A-C47E-4E96-B87A-0648187480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7162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97D0-51AD-4E2D-AE26-507C68C4826B}" type="datetimeFigureOut">
              <a:rPr lang="pt-BR" smtClean="0"/>
              <a:t>12/07/2022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E79A-C47E-4E96-B87A-0648187480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4883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97D0-51AD-4E2D-AE26-507C68C4826B}" type="datetimeFigureOut">
              <a:rPr lang="pt-BR" smtClean="0"/>
              <a:t>12/07/2022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E79A-C47E-4E96-B87A-0648187480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1988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97D0-51AD-4E2D-AE26-507C68C4826B}" type="datetimeFigureOut">
              <a:rPr lang="pt-BR" smtClean="0"/>
              <a:t>12/07/2022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E79A-C47E-4E96-B87A-0648187480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5756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897D0-51AD-4E2D-AE26-507C68C4826B}" type="datetimeFigureOut">
              <a:rPr lang="pt-BR" smtClean="0"/>
              <a:t>12/07/2022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AE79A-C47E-4E96-B87A-0648187480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7668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F897D0-51AD-4E2D-AE26-507C68C4826B}" type="datetimeFigureOut">
              <a:rPr lang="pt-BR" smtClean="0"/>
              <a:t>12/07/2022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BAE79A-C47E-4E96-B87A-06481874802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3687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894" y="-40342"/>
            <a:ext cx="12218894" cy="6927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27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7"/>
            <a:ext cx="12192000" cy="6799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108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117"/>
            <a:ext cx="12192000" cy="6787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26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331"/>
            <a:ext cx="12192000" cy="6757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095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09"/>
            <a:ext cx="12192000" cy="680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779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The Ascension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81" b="32219"/>
          <a:stretch/>
        </p:blipFill>
        <p:spPr bwMode="auto">
          <a:xfrm>
            <a:off x="0" y="-28574"/>
            <a:ext cx="12192000" cy="6915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710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Alexandre Varela</dc:creator>
  <cp:lastModifiedBy>Lorena Moraes</cp:lastModifiedBy>
  <cp:revision>1</cp:revision>
  <dcterms:created xsi:type="dcterms:W3CDTF">2021-07-06T01:19:22Z</dcterms:created>
  <dcterms:modified xsi:type="dcterms:W3CDTF">2022-07-12T18:13:33Z</dcterms:modified>
</cp:coreProperties>
</file>