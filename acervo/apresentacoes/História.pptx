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59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16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404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37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48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87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16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4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8649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008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97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C6BF4-1667-0D4E-80AC-DFA2C0B62B7C}" type="datetimeFigureOut">
              <a:rPr lang="pt-BR" smtClean="0"/>
              <a:t>28/05/2022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170E1-FB70-324F-BAE9-B1D7C939C1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512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6600" b="1" dirty="0"/>
              <a:t>HISTÓRIA DA IGREJA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A IGREJA NA HISTÓRIA </a:t>
            </a:r>
          </a:p>
        </p:txBody>
      </p:sp>
    </p:spTree>
    <p:extLst>
      <p:ext uri="{BB962C8B-B14F-4D97-AF65-F5344CB8AC3E}">
        <p14:creationId xmlns:p14="http://schemas.microsoft.com/office/powerpoint/2010/main" val="110841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HISTÓRIA ECLESIÁSTICA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C00000"/>
                </a:solidFill>
              </a:rPr>
              <a:t>Eusébio de Cesaréia</a:t>
            </a:r>
            <a:r>
              <a:rPr lang="pt-BR" dirty="0"/>
              <a:t> (260-339) – fundador do gênero literário ”História da Igreja”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C00000"/>
                </a:solidFill>
              </a:rPr>
              <a:t>Historiografia eclesiástica </a:t>
            </a:r>
            <a:r>
              <a:rPr lang="pt-BR" dirty="0"/>
              <a:t>– a Igreja recortada no interior do tempo, do Pentecostes aos dias contemporâneos.</a:t>
            </a:r>
          </a:p>
        </p:txBody>
      </p:sp>
    </p:spTree>
    <p:extLst>
      <p:ext uri="{BB962C8B-B14F-4D97-AF65-F5344CB8AC3E}">
        <p14:creationId xmlns:p14="http://schemas.microsoft.com/office/powerpoint/2010/main" val="1275947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72200" y="365125"/>
            <a:ext cx="5181600" cy="1325563"/>
          </a:xfrm>
        </p:spPr>
        <p:txBody>
          <a:bodyPr/>
          <a:lstStyle/>
          <a:p>
            <a:pPr algn="ctr"/>
            <a:r>
              <a:rPr lang="pt-BR" b="1" dirty="0">
                <a:solidFill>
                  <a:srgbClr val="C00000"/>
                </a:solidFill>
              </a:rPr>
              <a:t>PERIODIZAÇÃO 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548584" cy="6858000"/>
          </a:xfrm>
        </p:spPr>
      </p:pic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pt-BR" b="1" dirty="0"/>
              <a:t>Antiga </a:t>
            </a:r>
            <a:r>
              <a:rPr lang="pt-BR" dirty="0"/>
              <a:t>– Séc. </a:t>
            </a:r>
            <a:r>
              <a:rPr lang="pt-BR" dirty="0" err="1"/>
              <a:t>I</a:t>
            </a:r>
            <a:r>
              <a:rPr lang="pt-BR" dirty="0"/>
              <a:t> ao IV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pt-BR" b="1" dirty="0"/>
              <a:t>Medieval </a:t>
            </a:r>
            <a:r>
              <a:rPr lang="pt-BR" dirty="0"/>
              <a:t>– Séc. V - XV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pt-BR" b="1" dirty="0"/>
              <a:t>Moderna </a:t>
            </a:r>
            <a:r>
              <a:rPr lang="pt-BR" dirty="0"/>
              <a:t>– Séc. XVI - XVIII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pt-BR" b="1" dirty="0"/>
              <a:t>Contemporânea</a:t>
            </a:r>
            <a:r>
              <a:rPr lang="pt-BR" dirty="0"/>
              <a:t> – Séc. XVIII aos nossos dias </a:t>
            </a:r>
          </a:p>
        </p:txBody>
      </p:sp>
    </p:spTree>
    <p:extLst>
      <p:ext uri="{BB962C8B-B14F-4D97-AF65-F5344CB8AC3E}">
        <p14:creationId xmlns:p14="http://schemas.microsoft.com/office/powerpoint/2010/main" val="13519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800" b="1" dirty="0">
                <a:solidFill>
                  <a:srgbClr val="C00000"/>
                </a:solidFill>
              </a:rPr>
              <a:t>HISTÓRIA DA IGREJA ANTIGA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Pentecostes </a:t>
            </a:r>
          </a:p>
          <a:p>
            <a:pPr>
              <a:lnSpc>
                <a:spcPct val="150000"/>
              </a:lnSpc>
            </a:pPr>
            <a:r>
              <a:rPr lang="pt-BR" dirty="0"/>
              <a:t>Concílio de Jerusalém (48 </a:t>
            </a:r>
            <a:r>
              <a:rPr lang="pt-BR" dirty="0" err="1"/>
              <a:t>d.C</a:t>
            </a:r>
            <a:r>
              <a:rPr lang="pt-BR" dirty="0"/>
              <a:t>)</a:t>
            </a:r>
          </a:p>
          <a:p>
            <a:pPr>
              <a:lnSpc>
                <a:spcPct val="150000"/>
              </a:lnSpc>
            </a:pPr>
            <a:r>
              <a:rPr lang="pt-BR" dirty="0"/>
              <a:t>Expansão do Cristianismo</a:t>
            </a:r>
          </a:p>
          <a:p>
            <a:pPr>
              <a:lnSpc>
                <a:spcPct val="150000"/>
              </a:lnSpc>
            </a:pPr>
            <a:r>
              <a:rPr lang="pt-BR" dirty="0"/>
              <a:t>Perseguição</a:t>
            </a:r>
          </a:p>
          <a:p>
            <a:pPr>
              <a:lnSpc>
                <a:spcPct val="150000"/>
              </a:lnSpc>
            </a:pPr>
            <a:r>
              <a:rPr lang="pt-BR" dirty="0"/>
              <a:t>Martírio </a:t>
            </a:r>
          </a:p>
          <a:p>
            <a:pPr>
              <a:lnSpc>
                <a:spcPct val="150000"/>
              </a:lnSpc>
            </a:pPr>
            <a:r>
              <a:rPr lang="pt-BR" dirty="0"/>
              <a:t>Obras: </a:t>
            </a:r>
            <a:r>
              <a:rPr lang="pt-BR" dirty="0" err="1"/>
              <a:t>Didaqué</a:t>
            </a:r>
            <a:r>
              <a:rPr lang="pt-BR" dirty="0"/>
              <a:t>; Padres da Igreja</a:t>
            </a:r>
          </a:p>
        </p:txBody>
      </p:sp>
    </p:spTree>
    <p:extLst>
      <p:ext uri="{BB962C8B-B14F-4D97-AF65-F5344CB8AC3E}">
        <p14:creationId xmlns:p14="http://schemas.microsoft.com/office/powerpoint/2010/main" val="1743467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C00000"/>
                </a:solidFill>
              </a:rPr>
              <a:t>HISTÓRIA DA IGREJA MEDIEVAL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t-BR" dirty="0"/>
              <a:t>Cristianização dos povos germânicos</a:t>
            </a:r>
          </a:p>
          <a:p>
            <a:pPr>
              <a:lnSpc>
                <a:spcPct val="150000"/>
              </a:lnSpc>
            </a:pPr>
            <a:r>
              <a:rPr lang="pt-BR" dirty="0"/>
              <a:t>Vida monástica</a:t>
            </a:r>
          </a:p>
          <a:p>
            <a:pPr>
              <a:lnSpc>
                <a:spcPct val="150000"/>
              </a:lnSpc>
            </a:pPr>
            <a:r>
              <a:rPr lang="pt-BR" dirty="0"/>
              <a:t>Heresias e Inquisição</a:t>
            </a:r>
          </a:p>
          <a:p>
            <a:pPr>
              <a:lnSpc>
                <a:spcPct val="150000"/>
              </a:lnSpc>
            </a:pPr>
            <a:r>
              <a:rPr lang="pt-BR" dirty="0"/>
              <a:t>Ordens Mendicantes</a:t>
            </a:r>
          </a:p>
          <a:p>
            <a:pPr>
              <a:lnSpc>
                <a:spcPct val="150000"/>
              </a:lnSpc>
            </a:pPr>
            <a:r>
              <a:rPr lang="pt-BR" dirty="0"/>
              <a:t>Nova espiritualidade</a:t>
            </a:r>
          </a:p>
          <a:p>
            <a:pPr>
              <a:lnSpc>
                <a:spcPct val="150000"/>
              </a:lnSpc>
            </a:pPr>
            <a:r>
              <a:rPr lang="pt-BR" dirty="0"/>
              <a:t>Universidades</a:t>
            </a:r>
          </a:p>
        </p:txBody>
      </p:sp>
    </p:spTree>
    <p:extLst>
      <p:ext uri="{BB962C8B-B14F-4D97-AF65-F5344CB8AC3E}">
        <p14:creationId xmlns:p14="http://schemas.microsoft.com/office/powerpoint/2010/main" val="167844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C00000"/>
                </a:solidFill>
              </a:rPr>
              <a:t>HISTÓRIA DA IGREJA MODERNA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68113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dirty="0"/>
              <a:t>Reforma Protestante</a:t>
            </a:r>
          </a:p>
          <a:p>
            <a:pPr>
              <a:lnSpc>
                <a:spcPct val="150000"/>
              </a:lnSpc>
            </a:pPr>
            <a:r>
              <a:rPr lang="pt-BR" dirty="0"/>
              <a:t>Reforma Católica</a:t>
            </a:r>
          </a:p>
          <a:p>
            <a:pPr>
              <a:lnSpc>
                <a:spcPct val="150000"/>
              </a:lnSpc>
            </a:pPr>
            <a:r>
              <a:rPr lang="pt-BR" dirty="0"/>
              <a:t>Concílio de Trento </a:t>
            </a:r>
          </a:p>
          <a:p>
            <a:pPr>
              <a:lnSpc>
                <a:spcPct val="150000"/>
              </a:lnSpc>
            </a:pPr>
            <a:r>
              <a:rPr lang="pt-BR" dirty="0"/>
              <a:t>Novas congregações e institutos </a:t>
            </a:r>
          </a:p>
          <a:p>
            <a:pPr>
              <a:lnSpc>
                <a:spcPct val="150000"/>
              </a:lnSpc>
            </a:pPr>
            <a:r>
              <a:rPr lang="pt-BR" dirty="0"/>
              <a:t>Revolução Francesa</a:t>
            </a:r>
          </a:p>
        </p:txBody>
      </p:sp>
    </p:spTree>
    <p:extLst>
      <p:ext uri="{BB962C8B-B14F-4D97-AF65-F5344CB8AC3E}">
        <p14:creationId xmlns:p14="http://schemas.microsoft.com/office/powerpoint/2010/main" val="203498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C00000"/>
                </a:solidFill>
              </a:rPr>
              <a:t>HISTÓRIA DA IGREJA CONTEMPORÂNEA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Renascimento religioso francês</a:t>
            </a:r>
          </a:p>
          <a:p>
            <a:r>
              <a:rPr lang="pt-BR" dirty="0"/>
              <a:t>Concílio Vaticano </a:t>
            </a:r>
            <a:r>
              <a:rPr lang="pt-BR" dirty="0" err="1"/>
              <a:t>I</a:t>
            </a:r>
            <a:r>
              <a:rPr lang="pt-BR" dirty="0"/>
              <a:t> (1869-1870)</a:t>
            </a:r>
          </a:p>
          <a:p>
            <a:r>
              <a:rPr lang="pt-BR" dirty="0"/>
              <a:t>Leão XIII</a:t>
            </a:r>
          </a:p>
          <a:p>
            <a:r>
              <a:rPr lang="pt-BR" dirty="0"/>
              <a:t>A Igreja em meio às duas grandes guerras mundiais</a:t>
            </a:r>
          </a:p>
          <a:p>
            <a:pPr marL="0" indent="0">
              <a:buNone/>
            </a:pPr>
            <a:r>
              <a:rPr lang="pt-BR" dirty="0"/>
              <a:t>- Regimes totalitários;</a:t>
            </a:r>
          </a:p>
          <a:p>
            <a:pPr marL="0" indent="0">
              <a:buNone/>
            </a:pPr>
            <a:r>
              <a:rPr lang="pt-BR" dirty="0"/>
              <a:t>- Pio XI;</a:t>
            </a:r>
          </a:p>
          <a:p>
            <a:pPr>
              <a:buFontTx/>
              <a:buChar char="-"/>
            </a:pPr>
            <a:r>
              <a:rPr lang="pt-BR" dirty="0"/>
              <a:t>Pio XII.</a:t>
            </a:r>
          </a:p>
          <a:p>
            <a:pPr>
              <a:buFont typeface="Arial" charset="0"/>
              <a:buChar char="•"/>
            </a:pPr>
            <a:r>
              <a:rPr lang="pt-BR" dirty="0"/>
              <a:t>Concílio Vaticano II (1962-1965)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9383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174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HISTÓRIA DA IGREJA</vt:lpstr>
      <vt:lpstr>HISTÓRIA ECLESIÁSTICA</vt:lpstr>
      <vt:lpstr>PERIODIZAÇÃO </vt:lpstr>
      <vt:lpstr>HISTÓRIA DA IGREJA ANTIGA</vt:lpstr>
      <vt:lpstr>HISTÓRIA DA IGREJA MEDIEVAL</vt:lpstr>
      <vt:lpstr>HISTÓRIA DA IGREJA MODERNA</vt:lpstr>
      <vt:lpstr>HISTÓRIA DA IGREJA CONTEMPORÂNEA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HISTÓRIA DA IGREJA</dc:title>
  <dc:creator>Heverton Rodrigues</dc:creator>
  <cp:lastModifiedBy>Lorena Moraes</cp:lastModifiedBy>
  <cp:revision>2</cp:revision>
  <dcterms:created xsi:type="dcterms:W3CDTF">2022-05-04T23:18:20Z</dcterms:created>
  <dcterms:modified xsi:type="dcterms:W3CDTF">2022-05-28T13:04:13Z</dcterms:modified>
</cp:coreProperties>
</file>